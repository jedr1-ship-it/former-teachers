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8016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Former Teachers: Barriers, Incentives and Policy Lessons for Re-entry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089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D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leaving: what the research says and what it means for policy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519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2. Working draft. Directorate for Education and Skills.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re-entry is on the policy agenda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7863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relieves shortages in the short run, where they bite: disadvantaged and rural schools.</a:t>
            </a:r>
            <a:endParaRPr lang="en-US" sz="1600" dirty="0"/>
          </a:p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close the gap alone; where leaving is mostly retirement, the margin is small.</a:t>
            </a:r>
            <a:endParaRPr lang="en-US" sz="1600" dirty="0"/>
          </a:p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Returners bring experience spillovers, mentorship and tutoring capacity.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teachers leave: six areas of motives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715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of professional purpose; limited autonomy; professional standing; exposure to parental complaint and legal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conditions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and workload; pupil behaviour and discipline; administrative demands; limited access to reduced hours; burnout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Organisational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School leadership; collegial support and team 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Accountability and regulation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inspection and its consequences; certification and licensing requirements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 relative to outside options; pension design and its timing incentives; contract insecurity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and life-course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formation and care; childbirth; health; relocation and a partner's circumstances; retirement and career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47548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authors' elaboration on the literature reviewed in section 2.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hierarchy of motives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7863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conditions and school organisation weigh most; pay, accountability and personal traits weigh less (Nguyen et al., 2020; Gundlach, Slemp and Hattie, 2024).</a:t>
            </a:r>
            <a:endParaRPr lang="en-US" sz="1600" dirty="0"/>
          </a:p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Workload, stress and weak organisational support are what push teachers out.</a:t>
            </a:r>
            <a:endParaRPr lang="en-US" sz="1600" dirty="0"/>
          </a:p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conditions of teaching are the main margin systems can act 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do, motive by motive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361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factors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54680" y="153619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prior service; give returners roles and voice.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conditions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54680" y="2048256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receiving school: discipline climate, teaching load.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Organisational factors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56032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returners under strong leadership; retirees as mentors.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7238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and regulation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307238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recertification to the regulatory minimum.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5844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factors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3584448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targeted pay as a bridge, not as the fix.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0965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and life-course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409651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part-time, phased returns, predictable timetables.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message for policy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7863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just lower the cost of returning; change what teachers return to.</a:t>
            </a:r>
            <a:endParaRPr lang="en-US" sz="1600" dirty="0"/>
          </a:p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 is the policy: workload, leadership, climate, flexibility.</a:t>
            </a:r>
            <a:endParaRPr lang="en-US" sz="1600" dirty="0"/>
          </a:p>
          <a:p>
            <a:pPr marL="254000" indent="-254000">
              <a:lnSpc>
                <a:spcPts val="2200"/>
              </a:lnSpc>
              <a:spcAft>
                <a:spcPts val="2600"/>
              </a:spcAft>
              <a:buSzPct val="100000"/>
              <a:buFont typeface="+mj-lt"/>
              <a:buAutoNum type="arabicPeriod" startAt="1"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how to make former teachers return, but whether the system can offer them different conditions once they 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2026-09-16T15:58:43Z</dcterms:created>
  <dcterms:modified xsi:type="dcterms:W3CDTF">2026-09-16T15:58:43Z</dcterms:modified>
</cp:coreProperties>
</file>